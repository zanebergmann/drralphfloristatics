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324D-34F5-D1E0-E164-4B579CBB1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30AE1-916F-2F5F-6573-183A2B31E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9A025-5141-5F8C-689A-118FABC5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2498C-F5A5-652E-65E0-67D01D4E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40C35-00A6-071D-79CE-680130AF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6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913C-3998-6D0C-915C-5B76660D5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7180D-72B6-C122-D6DB-F782BD127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A72CA-0A54-21DF-AAC0-8EC89E3B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82DEF-DA4D-CFDF-9D16-21221069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79BE7-67C6-36F4-B888-02AD48FE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4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9055E-F85A-F7FC-549E-CBD1F2203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2E696-9080-9C57-1BE3-AA935D563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0AA32-3F9F-38AC-05EF-463896C7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A42B8-0B3D-4022-F778-AAB5EE6F4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6B391-4CF7-E95A-76A7-F7133EA1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40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2C20-9C34-2AE6-ED25-8DE75B4FC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AB014-24FA-2BA6-C261-0E57FCB11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4D1F5-6138-82A2-B033-875A6332C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F8817-A7E8-7165-9771-7D6299F2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82820-638E-7E69-7921-026130465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017DD-ED40-1077-2282-9D19D686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94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8835-3010-19A3-5551-23557234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AD3CF-04B3-67A0-3477-0BCEECC98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553D1-F2BE-2FD5-8379-4BC7F5EC4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66618-F13A-94DF-E78F-A242BB4AA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16BD65-1E13-F75C-9AF8-A24FABE90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135B2C-47F0-C557-AD98-FBDA49F50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AB3988-16EB-7409-A74B-324854AB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6FA141-A938-66F4-877B-8C4D01F3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7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ABBE-6AF0-2C4C-22FE-825D17846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934C7-08CA-A658-4EA9-76439CAD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3ABC4-3002-5C69-07E5-3175A487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C76E2-97BD-67F6-AC29-E1CA462A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0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2FA78-B384-2A14-9816-D0055FDBC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22123B-7027-D13E-1F09-4051BB5D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F7891-A9B3-FB39-114F-7DA41FDD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6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ABE7-75E2-EA2D-36F4-B38246546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62387-4018-731C-59B6-9C164C63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F1519-1028-23C5-CD0F-715C5A9A0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0B2F5-7305-B5E2-C137-CFD110F68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1A50F-F8C0-E28F-798B-9D8A0A6DC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FF86B-3795-00BF-4166-F3336865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6620F-4E57-FCC9-1309-CB095F7D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D3288E-30FC-ED4D-B887-140D2D1B1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00A15-FEED-6001-4A3A-67531931B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651BB-340C-B602-ACDC-FAAE49F1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99F89-C314-B1CB-54CD-E2008BDE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E33DE-E976-9588-4F2B-323C5E1D4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19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95B0-ED6D-0EB8-CE2A-F616F9F9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63321-45E8-3058-FEF2-3F3D70CBF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93DFD-5273-A5AA-6FFD-0FEEA76F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5E55E-352A-3114-0C2C-96BC2FCA3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6634B-B9C3-9B9D-B48E-3607FD4D0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70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6F364-0D36-5805-1B7B-98902A209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128DE-11E7-A4A6-078B-1068EFBDE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F94FF-E945-AC40-7F9D-6E82F9B8A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C8E3-0D81-74D7-B8DA-B680D8CF9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5B555-0F48-3399-BB0D-8D7C3E131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CC3D10-9C31-010B-4C0A-24CF4EED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A3979-55D1-D843-DEAE-C7F0708EF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54A1B-B060-E991-4D3B-F41B0D8CD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FE133-DEAE-4FA7-82BA-ED8C04A7D31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7DBE5-29F8-37F1-283F-23CF0B2D8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32029-4405-F372-75FB-C1CD2E3C0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B035D3-C887-4731-9F90-941DE6399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4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DDFF-E5CF-E48E-65FC-797915226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655" y="405560"/>
            <a:ext cx="7012825" cy="736917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4000" b="1" dirty="0"/>
              <a:t>Representing Vectors in 2-D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27F3CAF-D942-BC50-A703-D5A20FA34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5" t="2155" r="1972" b="63030"/>
          <a:stretch/>
        </p:blipFill>
        <p:spPr>
          <a:xfrm>
            <a:off x="7650480" y="232319"/>
            <a:ext cx="4262351" cy="10834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A424AB-2EBD-FC41-17E3-8B909C57B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626" y="1315718"/>
            <a:ext cx="9554908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1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93672-77E9-7EA5-CF7E-96E5E7374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F6247-E77D-2E39-8FC3-80E49EFB6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655" y="405560"/>
            <a:ext cx="7012825" cy="736917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4000" b="1" dirty="0"/>
              <a:t>Representing Vectors in 2-D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E1E980-5044-D040-A92E-8EAB0EB3D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5" t="2155" r="1972" b="63030"/>
          <a:stretch/>
        </p:blipFill>
        <p:spPr>
          <a:xfrm>
            <a:off x="7650480" y="232319"/>
            <a:ext cx="4262351" cy="10834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D2D1B3-26F9-3405-F445-3A55583094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9525"/>
          <a:stretch/>
        </p:blipFill>
        <p:spPr>
          <a:xfrm>
            <a:off x="812799" y="1619499"/>
            <a:ext cx="10068827" cy="429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59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B982-9558-EA57-9119-193D1729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A4FCA-D1BB-62A0-361B-6BB474EA5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655" y="405560"/>
            <a:ext cx="7012825" cy="736917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4000" b="1" dirty="0"/>
              <a:t>Representing Vectors in 2-D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B9D363C-D69B-EA75-AA1D-A3CBD2069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5" t="2155" r="1972" b="63030"/>
          <a:stretch/>
        </p:blipFill>
        <p:spPr>
          <a:xfrm>
            <a:off x="7650480" y="232319"/>
            <a:ext cx="4262351" cy="10834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0BDF2-3BBA-70D7-E8B4-89B9AA4719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280"/>
          <a:stretch/>
        </p:blipFill>
        <p:spPr>
          <a:xfrm>
            <a:off x="731519" y="1488960"/>
            <a:ext cx="8613722" cy="241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61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7386F-044B-7CA2-6C5C-92769CED8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0091-0DAD-2F9D-903D-20D563F39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655" y="405560"/>
            <a:ext cx="7012825" cy="736917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4000" b="1" dirty="0"/>
              <a:t>Representing Vectors in 2-D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695DBB7-F127-D726-7786-424B09749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5" t="2155" r="1972" b="63030"/>
          <a:stretch/>
        </p:blipFill>
        <p:spPr>
          <a:xfrm>
            <a:off x="7650480" y="232319"/>
            <a:ext cx="4262351" cy="1083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8B8F1A-FD29-C097-8D11-CC41FE8C8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29" y="1355854"/>
            <a:ext cx="10326541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835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02329-C3D1-C348-9E73-6D37032C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4FF4-1254-2A1D-F86C-C359DEF2C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655" y="405560"/>
            <a:ext cx="7012825" cy="736917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4000" b="1" dirty="0"/>
              <a:t>Representing Vectors in 2-D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9BC38DA-155B-4A24-84D6-65F70287B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5" t="2155" r="1972" b="63030"/>
          <a:stretch/>
        </p:blipFill>
        <p:spPr>
          <a:xfrm>
            <a:off x="7650480" y="232319"/>
            <a:ext cx="4262351" cy="10834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F26B52-0562-7FAE-C76A-5D2C0C995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317" y="1488961"/>
            <a:ext cx="9593643" cy="496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72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88BDF-8C5D-6D8A-C78E-E1FBB3EA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B1C2B-0014-6C31-3C46-B33789391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655" y="405560"/>
            <a:ext cx="7012825" cy="736917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4000" b="1" dirty="0"/>
              <a:t>Representing Vectors in 2-D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BFDAD03-16E8-A1A8-3B6C-170CA117E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85" t="2155" r="1972" b="63030"/>
          <a:stretch/>
        </p:blipFill>
        <p:spPr>
          <a:xfrm>
            <a:off x="7650480" y="232319"/>
            <a:ext cx="4262351" cy="1083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685F26-9838-402D-0E58-9A0FC8F40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76" y="1681246"/>
            <a:ext cx="9583487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06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Representing Vectors in 2-D</vt:lpstr>
      <vt:lpstr>Representing Vectors in 2-D</vt:lpstr>
      <vt:lpstr>Representing Vectors in 2-D</vt:lpstr>
      <vt:lpstr>Representing Vectors in 2-D</vt:lpstr>
      <vt:lpstr>Representing Vectors in 2-D</vt:lpstr>
      <vt:lpstr>Representing Vectors in 2-D</vt:lpstr>
    </vt:vector>
  </TitlesOfParts>
  <Company>Missouri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 Jr, Ralph</dc:creator>
  <cp:lastModifiedBy>Flori Jr, Ralph</cp:lastModifiedBy>
  <cp:revision>1</cp:revision>
  <dcterms:created xsi:type="dcterms:W3CDTF">2025-05-21T12:55:23Z</dcterms:created>
  <dcterms:modified xsi:type="dcterms:W3CDTF">2025-05-21T13:05:33Z</dcterms:modified>
</cp:coreProperties>
</file>